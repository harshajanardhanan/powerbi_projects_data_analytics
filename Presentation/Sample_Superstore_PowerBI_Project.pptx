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68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5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4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13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4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13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6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0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25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8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819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00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66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34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3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35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Superstore Performance &amp; Returns 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3048000"/>
            <a:ext cx="6711654" cy="3200406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Interactive Power BI dashboard analyzing business performance</a:t>
            </a:r>
          </a:p>
          <a:p>
            <a:pPr>
              <a:defRPr sz="1800"/>
            </a:pPr>
            <a:r>
              <a:rPr dirty="0"/>
              <a:t>Dataset: Sample Superstore</a:t>
            </a:r>
          </a:p>
          <a:p>
            <a:pPr>
              <a:defRPr sz="1800"/>
            </a:pPr>
            <a:r>
              <a:rPr dirty="0"/>
              <a:t>Prepared by: </a:t>
            </a:r>
            <a:r>
              <a:rPr lang="en-US" dirty="0"/>
              <a:t>Harsha Janardhanan ,Data Analyst</a:t>
            </a:r>
            <a:endParaRPr dirty="0"/>
          </a:p>
          <a:p>
            <a:pPr>
              <a:defRPr sz="1800"/>
            </a:pPr>
            <a:r>
              <a:rPr dirty="0"/>
              <a:t>Focus: Sales, Profit, Discounts, Orders, and Returns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Objective: Analyze Superstore performance across sales, profit, and returns.</a:t>
            </a:r>
          </a:p>
          <a:p>
            <a:pPr>
              <a:defRPr sz="1800"/>
            </a:pPr>
            <a:r>
              <a:t>Power BI dashboard visualizes KPIs, trends, and category insights.</a:t>
            </a:r>
          </a:p>
          <a:p>
            <a:pPr>
              <a:defRPr sz="1800"/>
            </a:pPr>
            <a:r>
              <a:t>Interactivity achieved using slicers for Category, Region, Segment, Person, and Year.</a:t>
            </a:r>
          </a:p>
          <a:p>
            <a:pPr>
              <a:defRPr sz="1800"/>
            </a:pPr>
            <a:r>
              <a:t>Purpose: Drive better strategic decisions through visual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Total Profit – Measures overall business profitability.</a:t>
            </a:r>
          </a:p>
          <a:p>
            <a:pPr>
              <a:defRPr sz="1800"/>
            </a:pPr>
            <a:r>
              <a:t>Total Sales – Represents total revenue generated.</a:t>
            </a:r>
          </a:p>
          <a:p>
            <a:pPr>
              <a:defRPr sz="1800"/>
            </a:pPr>
            <a:r>
              <a:t>Profit Margin – Shows profitability percentage across sales.</a:t>
            </a:r>
          </a:p>
          <a:p>
            <a:pPr>
              <a:defRPr sz="1800"/>
            </a:pPr>
            <a:r>
              <a:t>Average Discount – Tracks average markdown applied per sale.</a:t>
            </a:r>
          </a:p>
          <a:p>
            <a:pPr>
              <a:defRPr sz="1800"/>
            </a:pPr>
            <a:r>
              <a:t>Total Orders – Reflects sales volume and customer demand.</a:t>
            </a:r>
          </a:p>
          <a:p>
            <a:pPr>
              <a:defRPr sz="1800"/>
            </a:pPr>
            <a:r>
              <a:t>Return Rate – Evaluates product performance and customer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Slicers (Filters)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CATEGORY – Drill down by product categories: Furniture, Office Supplies, Technology.</a:t>
            </a:r>
          </a:p>
          <a:p>
            <a:pPr>
              <a:defRPr sz="1800"/>
            </a:pPr>
            <a:r>
              <a:t>REGION – Filter insights by geographical regions: East, West, Central, South.</a:t>
            </a:r>
          </a:p>
          <a:p>
            <a:pPr>
              <a:defRPr sz="1800"/>
            </a:pPr>
            <a:r>
              <a:t>SEGMENT – Analyze data by customer segment: Consumer, Corporate, Home Office.</a:t>
            </a:r>
          </a:p>
          <a:p>
            <a:pPr>
              <a:defRPr sz="1800"/>
            </a:pPr>
            <a:r>
              <a:t>PERSON – Evaluate regional manager accountability and sales distribution.</a:t>
            </a:r>
          </a:p>
          <a:p>
            <a:pPr>
              <a:defRPr sz="1800"/>
            </a:pPr>
            <a:r>
              <a:t>YEAR – Time-based analysis for year-over-year growth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Visuals and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Donut Chart – Sales by Region (with People) showing regional contribution.</a:t>
            </a:r>
          </a:p>
          <a:p>
            <a:pPr>
              <a:defRPr sz="1800"/>
            </a:pPr>
            <a:r>
              <a:t>Return Rate by Region and Category – Highlights performance and loss areas.</a:t>
            </a:r>
          </a:p>
          <a:p>
            <a:pPr>
              <a:defRPr sz="1800"/>
            </a:pPr>
            <a:r>
              <a:t>Bar Chart – Sales and Profit by Category to identify best-selling categories.</a:t>
            </a:r>
          </a:p>
          <a:p>
            <a:pPr>
              <a:defRPr sz="1800"/>
            </a:pPr>
            <a:r>
              <a:t>Pie Chart – Sales and Profit by Top 10 Sub-categories for product-level focus.</a:t>
            </a:r>
          </a:p>
          <a:p>
            <a:pPr>
              <a:defRPr sz="1800"/>
            </a:pPr>
            <a:r>
              <a:t>Line Chart – Monthly Sales and Profit performance by Category to detect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from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Technology and Office Supplies have higher profit margins than Furniture.</a:t>
            </a:r>
          </a:p>
          <a:p>
            <a:pPr>
              <a:defRPr sz="1800"/>
            </a:pPr>
            <a:r>
              <a:t>West Region (Anna Andreadi) leads in both total sales and profit.</a:t>
            </a:r>
          </a:p>
          <a:p>
            <a:pPr>
              <a:defRPr sz="1800"/>
            </a:pPr>
            <a:r>
              <a:t>Central Region has higher return rates and lower profitability.</a:t>
            </a:r>
          </a:p>
          <a:p>
            <a:pPr>
              <a:defRPr sz="1800"/>
            </a:pPr>
            <a:r>
              <a:t>Excessive discounts in Furniture reduce profit margins significantly.</a:t>
            </a:r>
          </a:p>
          <a:p>
            <a:pPr>
              <a:defRPr sz="1800"/>
            </a:pPr>
            <a:r>
              <a:t>Top 10 Sub-categories generate the majority of total sales and profit.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Focus on high-performing regions to maximize growth opportunities.</a:t>
            </a:r>
          </a:p>
          <a:p>
            <a:pPr>
              <a:defRPr sz="1800"/>
            </a:pPr>
            <a:r>
              <a:t>Review discount policies for categories with lower margins.</a:t>
            </a:r>
          </a:p>
          <a:p>
            <a:pPr>
              <a:defRPr sz="1800"/>
            </a:pPr>
            <a:r>
              <a:t>Improve logistics and product quality in high-return regions.</a:t>
            </a:r>
          </a:p>
          <a:p>
            <a:pPr>
              <a:defRPr sz="1800"/>
            </a:pPr>
            <a:r>
              <a:t>Leverage customer segmentation for targeted marketing strategies.</a:t>
            </a:r>
          </a:p>
          <a:p>
            <a:pPr>
              <a:defRPr sz="1800"/>
            </a:pPr>
            <a:r>
              <a:t>Ensure balanced sales distribution across regions and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Dashboard consolidates core KPIs for comprehensive performance monitoring.</a:t>
            </a:r>
          </a:p>
          <a:p>
            <a:pPr>
              <a:defRPr sz="1800"/>
            </a:pPr>
            <a:r>
              <a:rPr dirty="0"/>
              <a:t>Optimize discounting strategy to maintain sustainable profits.</a:t>
            </a:r>
          </a:p>
          <a:p>
            <a:pPr>
              <a:defRPr sz="1800"/>
            </a:pPr>
            <a:r>
              <a:rPr dirty="0"/>
              <a:t>Enhance operational efficiency to reduce return rates.</a:t>
            </a:r>
          </a:p>
          <a:p>
            <a:pPr>
              <a:defRPr sz="1800"/>
            </a:pPr>
            <a:r>
              <a:rPr dirty="0"/>
              <a:t>Invest in predictive analytics for proactive business decisions.</a:t>
            </a:r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Power BI dashboard transforms Sample Superstore data into actionable insights.</a:t>
            </a:r>
          </a:p>
          <a:p>
            <a:pPr>
              <a:defRPr sz="1800"/>
            </a:pPr>
            <a:r>
              <a:t>Enables monitoring of key KPIs, trends, and regional performance.</a:t>
            </a:r>
          </a:p>
          <a:p>
            <a:pPr>
              <a:defRPr sz="1800"/>
            </a:pPr>
            <a:r>
              <a:t>Supports management decisions to enhance profitability and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6254-796A-59D0-5200-C5ABABF31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2520" y="612059"/>
            <a:ext cx="6620968" cy="3329581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834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469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Superstore Performance &amp; Returns Analysis</vt:lpstr>
      <vt:lpstr>Project Overview</vt:lpstr>
      <vt:lpstr>Key Performance Indicators (KPIs)</vt:lpstr>
      <vt:lpstr>Slicers (Filters) for Analysis</vt:lpstr>
      <vt:lpstr>Visuals and Charts</vt:lpstr>
      <vt:lpstr>Insights from Analysis</vt:lpstr>
      <vt:lpstr>Business Implications</vt:lpstr>
      <vt:lpstr>Conclusion &amp; Recommendations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Harsha janardhanan</cp:lastModifiedBy>
  <cp:revision>2</cp:revision>
  <dcterms:created xsi:type="dcterms:W3CDTF">2013-01-27T09:14:16Z</dcterms:created>
  <dcterms:modified xsi:type="dcterms:W3CDTF">2025-10-24T16:14:20Z</dcterms:modified>
  <cp:category/>
</cp:coreProperties>
</file>